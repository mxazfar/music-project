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5"/>
  </p:notesMasterIdLst>
  <p:sldIdLst>
    <p:sldId id="268" r:id="rId3"/>
    <p:sldId id="256" r:id="rId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63"/>
  </p:normalViewPr>
  <p:slideViewPr>
    <p:cSldViewPr snapToGrid="0" snapToObjects="1">
      <p:cViewPr varScale="1">
        <p:scale>
          <a:sx n="117" d="100"/>
          <a:sy n="117" d="100"/>
        </p:scale>
        <p:origin x="3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4713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70925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68964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96949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65664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097573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89821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813002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448468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31417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082643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"/>
          <p:cNvSpPr txBox="1"/>
          <p:nvPr/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Oswald"/>
              <a:buNone/>
              <a:tabLst/>
              <a:defRPr/>
            </a:pPr>
            <a:r>
              <a:rPr kumimoji="0" lang="en-US" sz="8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ea typeface="Oswald"/>
                <a:cs typeface="Oswald"/>
                <a:sym typeface="Oswald"/>
              </a:rPr>
              <a:t>Frequency Domain Analysis of Fine and Inexpensive Instruments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tabLst/>
              <a:defRPr/>
            </a:pPr>
            <a:r>
              <a:rPr lang="en-US" sz="3600" dirty="0" err="1">
                <a:solidFill>
                  <a:srgbClr val="FFFFFF"/>
                </a:solidFill>
              </a:rPr>
              <a:t>Moosa</a:t>
            </a:r>
            <a:r>
              <a:rPr lang="en-US" sz="3600" dirty="0">
                <a:solidFill>
                  <a:srgbClr val="FFFFFF"/>
                </a:solidFill>
              </a:rPr>
              <a:t> </a:t>
            </a:r>
            <a:r>
              <a:rPr lang="en-US" sz="3600" dirty="0" err="1">
                <a:solidFill>
                  <a:srgbClr val="FFFFFF"/>
                </a:solidFill>
              </a:rPr>
              <a:t>Azfar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Macintosh PowerPoint</Application>
  <PresentationFormat>Widescreen</PresentationFormat>
  <Paragraphs>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Oswald</vt:lpstr>
      <vt:lpstr>Office Theme</vt:lpstr>
      <vt:lpstr>1_Office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Moosa Azfar</cp:lastModifiedBy>
  <cp:revision>2</cp:revision>
  <dcterms:modified xsi:type="dcterms:W3CDTF">2023-04-13T15:51:11Z</dcterms:modified>
</cp:coreProperties>
</file>